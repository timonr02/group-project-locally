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6"/>
  </p:notesMasterIdLst>
  <p:sldIdLst>
    <p:sldId id="257" r:id="rId5"/>
  </p:sldIdLst>
  <p:sldSz cx="30275213" cy="42803763"/>
  <p:notesSz cx="6797675" cy="992822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D7BB7"/>
    <a:srgbClr val="0068AF"/>
    <a:srgbClr val="004574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A491F5-BF7F-4340-87E3-A010359B0E1A}" v="8" dt="2025-04-25T09:19:26.5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25" d="100"/>
          <a:sy n="25" d="100"/>
        </p:scale>
        <p:origin x="2412" y="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1D18CD-5DF5-45D3-A1F1-71766CE6FB99}" type="datetimeFigureOut">
              <a:rPr lang="de-DE" smtClean="0"/>
              <a:t>25.04.2025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2214563" y="1241425"/>
            <a:ext cx="236855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35775A-3074-4A86-BD67-92BF92A8187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807142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641" y="7005156"/>
            <a:ext cx="25733931" cy="14902051"/>
          </a:xfrm>
        </p:spPr>
        <p:txBody>
          <a:bodyPr anchor="b"/>
          <a:lstStyle>
            <a:lvl1pPr algn="ctr">
              <a:defRPr sz="19865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4402" y="22481887"/>
            <a:ext cx="22706410" cy="10334331"/>
          </a:xfrm>
        </p:spPr>
        <p:txBody>
          <a:bodyPr/>
          <a:lstStyle>
            <a:lvl1pPr marL="0" indent="0" algn="ctr">
              <a:buNone/>
              <a:defRPr sz="7946"/>
            </a:lvl1pPr>
            <a:lvl2pPr marL="1513743" indent="0" algn="ctr">
              <a:buNone/>
              <a:defRPr sz="6622"/>
            </a:lvl2pPr>
            <a:lvl3pPr marL="3027487" indent="0" algn="ctr">
              <a:buNone/>
              <a:defRPr sz="5960"/>
            </a:lvl3pPr>
            <a:lvl4pPr marL="4541230" indent="0" algn="ctr">
              <a:buNone/>
              <a:defRPr sz="5297"/>
            </a:lvl4pPr>
            <a:lvl5pPr marL="6054974" indent="0" algn="ctr">
              <a:buNone/>
              <a:defRPr sz="5297"/>
            </a:lvl5pPr>
            <a:lvl6pPr marL="7568717" indent="0" algn="ctr">
              <a:buNone/>
              <a:defRPr sz="5297"/>
            </a:lvl6pPr>
            <a:lvl7pPr marL="9082461" indent="0" algn="ctr">
              <a:buNone/>
              <a:defRPr sz="5297"/>
            </a:lvl7pPr>
            <a:lvl8pPr marL="10596204" indent="0" algn="ctr">
              <a:buNone/>
              <a:defRPr sz="5297"/>
            </a:lvl8pPr>
            <a:lvl9pPr marL="12109948" indent="0" algn="ctr">
              <a:buNone/>
              <a:defRPr sz="5297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6B791-9958-4E19-BBFE-2640BF585461}" type="datetimeFigureOut">
              <a:rPr lang="de-DE" smtClean="0"/>
              <a:t>25.04.2025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47994-5510-4A2E-929A-CD9A2F716B1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576990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6B791-9958-4E19-BBFE-2640BF585461}" type="datetimeFigureOut">
              <a:rPr lang="de-DE" smtClean="0"/>
              <a:t>25.04.2025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47994-5510-4A2E-929A-CD9A2F716B1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12621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654" y="10671229"/>
            <a:ext cx="26112371" cy="17805173"/>
          </a:xfrm>
        </p:spPr>
        <p:txBody>
          <a:bodyPr anchor="b"/>
          <a:lstStyle>
            <a:lvl1pPr>
              <a:defRPr sz="19865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654" y="28644846"/>
            <a:ext cx="26112371" cy="9363320"/>
          </a:xfrm>
        </p:spPr>
        <p:txBody>
          <a:bodyPr/>
          <a:lstStyle>
            <a:lvl1pPr marL="0" indent="0">
              <a:buNone/>
              <a:defRPr sz="7946">
                <a:solidFill>
                  <a:schemeClr val="tx1"/>
                </a:solidFill>
              </a:defRPr>
            </a:lvl1pPr>
            <a:lvl2pPr marL="1513743" indent="0">
              <a:buNone/>
              <a:defRPr sz="6622">
                <a:solidFill>
                  <a:schemeClr val="tx1">
                    <a:tint val="75000"/>
                  </a:schemeClr>
                </a:solidFill>
              </a:defRPr>
            </a:lvl2pPr>
            <a:lvl3pPr marL="3027487" indent="0">
              <a:buNone/>
              <a:defRPr sz="5960">
                <a:solidFill>
                  <a:schemeClr val="tx1">
                    <a:tint val="75000"/>
                  </a:schemeClr>
                </a:solidFill>
              </a:defRPr>
            </a:lvl3pPr>
            <a:lvl4pPr marL="4541230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4pPr>
            <a:lvl5pPr marL="6054974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5pPr>
            <a:lvl6pPr marL="7568717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6pPr>
            <a:lvl7pPr marL="9082461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7pPr>
            <a:lvl8pPr marL="10596204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8pPr>
            <a:lvl9pPr marL="12109948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6B791-9958-4E19-BBFE-2640BF585461}" type="datetimeFigureOut">
              <a:rPr lang="de-DE" smtClean="0"/>
              <a:t>25.04.2025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47994-5510-4A2E-929A-CD9A2F716B1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245746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1421" y="11394520"/>
            <a:ext cx="12866966" cy="2715859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6826" y="11394520"/>
            <a:ext cx="12866966" cy="2715859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6B791-9958-4E19-BBFE-2640BF585461}" type="datetimeFigureOut">
              <a:rPr lang="de-DE" smtClean="0"/>
              <a:t>25.04.2025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47994-5510-4A2E-929A-CD9A2F716B1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434697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278913"/>
            <a:ext cx="26112371" cy="8273416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5368" y="10492870"/>
            <a:ext cx="12807832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5368" y="15635264"/>
            <a:ext cx="12807832" cy="2299711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6828" y="10492870"/>
            <a:ext cx="12870909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6828" y="15635264"/>
            <a:ext cx="12870909" cy="2299711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6B791-9958-4E19-BBFE-2640BF585461}" type="datetimeFigureOut">
              <a:rPr lang="de-DE" smtClean="0"/>
              <a:t>25.04.2025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47994-5510-4A2E-929A-CD9A2F716B1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23223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6B791-9958-4E19-BBFE-2640BF585461}" type="datetimeFigureOut">
              <a:rPr lang="de-DE" smtClean="0"/>
              <a:t>25.04.2025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47994-5510-4A2E-929A-CD9A2F716B1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957250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6B791-9958-4E19-BBFE-2640BF585461}" type="datetimeFigureOut">
              <a:rPr lang="de-DE" smtClean="0"/>
              <a:t>25.04.2025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47994-5510-4A2E-929A-CD9A2F716B1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25977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909" y="6162959"/>
            <a:ext cx="15326827" cy="30418415"/>
          </a:xfrm>
        </p:spPr>
        <p:txBody>
          <a:bodyPr/>
          <a:lstStyle>
            <a:lvl1pPr>
              <a:defRPr sz="10595"/>
            </a:lvl1pPr>
            <a:lvl2pPr>
              <a:defRPr sz="9271"/>
            </a:lvl2pPr>
            <a:lvl3pPr>
              <a:defRPr sz="7946"/>
            </a:lvl3pPr>
            <a:lvl4pPr>
              <a:defRPr sz="6622"/>
            </a:lvl4pPr>
            <a:lvl5pPr>
              <a:defRPr sz="6622"/>
            </a:lvl5pPr>
            <a:lvl6pPr>
              <a:defRPr sz="6622"/>
            </a:lvl6pPr>
            <a:lvl7pPr>
              <a:defRPr sz="6622"/>
            </a:lvl7pPr>
            <a:lvl8pPr>
              <a:defRPr sz="6622"/>
            </a:lvl8pPr>
            <a:lvl9pPr>
              <a:defRPr sz="6622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6B791-9958-4E19-BBFE-2640BF585461}" type="datetimeFigureOut">
              <a:rPr lang="de-DE" smtClean="0"/>
              <a:t>25.04.2025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47994-5510-4A2E-929A-CD9A2F716B1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58351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70909" y="6162959"/>
            <a:ext cx="15326827" cy="30418415"/>
          </a:xfrm>
        </p:spPr>
        <p:txBody>
          <a:bodyPr anchor="t"/>
          <a:lstStyle>
            <a:lvl1pPr marL="0" indent="0">
              <a:buNone/>
              <a:defRPr sz="10595"/>
            </a:lvl1pPr>
            <a:lvl2pPr marL="1513743" indent="0">
              <a:buNone/>
              <a:defRPr sz="9271"/>
            </a:lvl2pPr>
            <a:lvl3pPr marL="3027487" indent="0">
              <a:buNone/>
              <a:defRPr sz="7946"/>
            </a:lvl3pPr>
            <a:lvl4pPr marL="4541230" indent="0">
              <a:buNone/>
              <a:defRPr sz="6622"/>
            </a:lvl4pPr>
            <a:lvl5pPr marL="6054974" indent="0">
              <a:buNone/>
              <a:defRPr sz="6622"/>
            </a:lvl5pPr>
            <a:lvl6pPr marL="7568717" indent="0">
              <a:buNone/>
              <a:defRPr sz="6622"/>
            </a:lvl6pPr>
            <a:lvl7pPr marL="9082461" indent="0">
              <a:buNone/>
              <a:defRPr sz="6622"/>
            </a:lvl7pPr>
            <a:lvl8pPr marL="10596204" indent="0">
              <a:buNone/>
              <a:defRPr sz="6622"/>
            </a:lvl8pPr>
            <a:lvl9pPr marL="12109948" indent="0">
              <a:buNone/>
              <a:defRPr sz="6622"/>
            </a:lvl9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6B791-9958-4E19-BBFE-2640BF585461}" type="datetimeFigureOut">
              <a:rPr lang="de-DE" smtClean="0"/>
              <a:t>25.04.2025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47994-5510-4A2E-929A-CD9A2F716B1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9933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6B791-9958-4E19-BBFE-2640BF585461}" type="datetimeFigureOut">
              <a:rPr lang="de-DE" smtClean="0"/>
              <a:t>25.04.2025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47994-5510-4A2E-929A-CD9A2F716B1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460880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5701" y="2278904"/>
            <a:ext cx="6528093" cy="36274211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1423" y="2278904"/>
            <a:ext cx="19205838" cy="36274211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6B791-9958-4E19-BBFE-2640BF585461}" type="datetimeFigureOut">
              <a:rPr lang="de-DE" smtClean="0"/>
              <a:t>25.04.2025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47994-5510-4A2E-929A-CD9A2F716B1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565445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1421" y="2278913"/>
            <a:ext cx="26112371" cy="827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421" y="11394520"/>
            <a:ext cx="26112371" cy="271585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1421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26B791-9958-4E19-BBFE-2640BF585461}" type="datetimeFigureOut">
              <a:rPr lang="de-DE" smtClean="0"/>
              <a:t>25.04.2025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8665" y="39672756"/>
            <a:ext cx="10217884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81869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247994-5510-4A2E-929A-CD9A2F716B1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22379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027487" rtl="0" eaLnBrk="1" latinLnBrk="0" hangingPunct="1">
        <a:lnSpc>
          <a:spcPct val="90000"/>
        </a:lnSpc>
        <a:spcBef>
          <a:spcPct val="0"/>
        </a:spcBef>
        <a:buNone/>
        <a:defRPr sz="145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6872" indent="-756872" algn="l" defTabSz="3027487" rtl="0" eaLnBrk="1" latinLnBrk="0" hangingPunct="1">
        <a:lnSpc>
          <a:spcPct val="90000"/>
        </a:lnSpc>
        <a:spcBef>
          <a:spcPts val="3311"/>
        </a:spcBef>
        <a:buFont typeface="Arial" panose="020B0604020202020204" pitchFamily="34" charset="0"/>
        <a:buChar char="•"/>
        <a:defRPr sz="9271" kern="1200">
          <a:solidFill>
            <a:schemeClr val="tx1"/>
          </a:solidFill>
          <a:latin typeface="+mn-lt"/>
          <a:ea typeface="+mn-ea"/>
          <a:cs typeface="+mn-cs"/>
        </a:defRPr>
      </a:lvl1pPr>
      <a:lvl2pPr marL="2270615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7946" kern="1200">
          <a:solidFill>
            <a:schemeClr val="tx1"/>
          </a:solidFill>
          <a:latin typeface="+mn-lt"/>
          <a:ea typeface="+mn-ea"/>
          <a:cs typeface="+mn-cs"/>
        </a:defRPr>
      </a:lvl2pPr>
      <a:lvl3pPr marL="378435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6622" kern="1200">
          <a:solidFill>
            <a:schemeClr val="tx1"/>
          </a:solidFill>
          <a:latin typeface="+mn-lt"/>
          <a:ea typeface="+mn-ea"/>
          <a:cs typeface="+mn-cs"/>
        </a:defRPr>
      </a:lvl3pPr>
      <a:lvl4pPr marL="5298102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81184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832558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839333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135307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866820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1pPr>
      <a:lvl2pPr marL="1513743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2pPr>
      <a:lvl3pPr marL="3027487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3pPr>
      <a:lvl4pPr marL="4541230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054974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7568717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082461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0596204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109948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0717F-F781-D28A-7798-0BF454133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912E1A76-7819-0EAC-3266-96F6B3FE8D85}"/>
              </a:ext>
            </a:extLst>
          </p:cNvPr>
          <p:cNvSpPr/>
          <p:nvPr/>
        </p:nvSpPr>
        <p:spPr>
          <a:xfrm>
            <a:off x="326230" y="477642"/>
            <a:ext cx="29622751" cy="4513458"/>
          </a:xfrm>
          <a:prstGeom prst="rect">
            <a:avLst/>
          </a:prstGeom>
          <a:solidFill>
            <a:srgbClr val="0068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9CC35C73-9B09-B42F-B21C-E2A873C2C33F}"/>
              </a:ext>
            </a:extLst>
          </p:cNvPr>
          <p:cNvSpPr/>
          <p:nvPr/>
        </p:nvSpPr>
        <p:spPr>
          <a:xfrm>
            <a:off x="326230" y="533437"/>
            <a:ext cx="29622751" cy="41848479"/>
          </a:xfrm>
          <a:prstGeom prst="rect">
            <a:avLst/>
          </a:prstGeom>
          <a:noFill/>
          <a:ln w="127000">
            <a:solidFill>
              <a:srgbClr val="0068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9B886EF4-37E8-65D2-CA60-C6C11CA7B309}"/>
              </a:ext>
            </a:extLst>
          </p:cNvPr>
          <p:cNvSpPr txBox="1"/>
          <p:nvPr/>
        </p:nvSpPr>
        <p:spPr>
          <a:xfrm>
            <a:off x="11084978" y="1725682"/>
            <a:ext cx="17774834" cy="15696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sz="9600" dirty="0">
                <a:solidFill>
                  <a:schemeClr val="bg1"/>
                </a:solidFill>
                <a:latin typeface="Montserrat Bold"/>
                <a:cs typeface="Arial"/>
              </a:rPr>
              <a:t>Fancy Poster Template</a:t>
            </a:r>
            <a:endParaRPr lang="de-DE" sz="4400" dirty="0">
              <a:solidFill>
                <a:schemeClr val="bg1"/>
              </a:solidFill>
              <a:latin typeface="Montserrat Bold" panose="00000800000000000000" pitchFamily="2" charset="0"/>
              <a:cs typeface="Arial" panose="020B0604020202020204" pitchFamily="34" charset="0"/>
            </a:endParaRP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F920848B-E030-4184-0142-BB606E673A7E}"/>
              </a:ext>
            </a:extLst>
          </p:cNvPr>
          <p:cNvSpPr/>
          <p:nvPr/>
        </p:nvSpPr>
        <p:spPr>
          <a:xfrm>
            <a:off x="860611" y="839523"/>
            <a:ext cx="9144001" cy="37896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0965067D-EBB4-4084-66CB-2E385BDB48BD}"/>
              </a:ext>
            </a:extLst>
          </p:cNvPr>
          <p:cNvSpPr txBox="1"/>
          <p:nvPr/>
        </p:nvSpPr>
        <p:spPr>
          <a:xfrm>
            <a:off x="15137605" y="38966516"/>
            <a:ext cx="14392064" cy="304698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 Bold"/>
                <a:cs typeface="Arial"/>
              </a:rPr>
              <a:t>Contact:</a:t>
            </a:r>
          </a:p>
          <a:p>
            <a:endParaRPr lang="de-DE" sz="2000" b="1" dirty="0">
              <a:solidFill>
                <a:schemeClr val="tx1">
                  <a:lumMod val="65000"/>
                  <a:lumOff val="35000"/>
                </a:schemeClr>
              </a:solidFill>
              <a:latin typeface="Montserrat Bold"/>
              <a:cs typeface="Arial"/>
            </a:endParaRPr>
          </a:p>
          <a:p>
            <a:r>
              <a:rPr lang="de-DE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cs typeface="Arial"/>
              </a:rPr>
              <a:t>Yaman Alsaady (yaman.alsaady@stud.hs-emden-leer.de)</a:t>
            </a:r>
          </a:p>
          <a:p>
            <a:endParaRPr lang="de-DE" sz="2800" dirty="0">
              <a:solidFill>
                <a:schemeClr val="tx1">
                  <a:lumMod val="65000"/>
                  <a:lumOff val="35000"/>
                </a:schemeClr>
              </a:solidFill>
              <a:latin typeface="Montserrat"/>
              <a:cs typeface="Arial"/>
            </a:endParaRPr>
          </a:p>
          <a:p>
            <a:r>
              <a:rPr lang="de-DE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cs typeface="Arial"/>
              </a:rPr>
              <a:t>Prof. Dr.-Ing. Armando Walter Colombo (</a:t>
            </a:r>
            <a:r>
              <a:rPr lang="it-IT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cs typeface="Arial"/>
              </a:rPr>
              <a:t>armando.colombo@hs-emden-leer.de</a:t>
            </a:r>
            <a:r>
              <a:rPr lang="de-DE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cs typeface="Arial"/>
              </a:rPr>
              <a:t>)</a:t>
            </a:r>
            <a:endParaRPr lang="de-DE" sz="2800" b="1" dirty="0">
              <a:solidFill>
                <a:schemeClr val="tx1">
                  <a:lumMod val="65000"/>
                  <a:lumOff val="35000"/>
                </a:schemeClr>
              </a:solidFill>
              <a:latin typeface="Montserrat Bold"/>
              <a:cs typeface="Arial"/>
            </a:endParaRPr>
          </a:p>
          <a:p>
            <a:r>
              <a:rPr lang="de-DE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cs typeface="Arial"/>
              </a:rPr>
              <a:t>Prof. Dr.-Ing. Christoph Wunck (christoph.wunck@hs-emden-leer.de)</a:t>
            </a:r>
            <a:br>
              <a:rPr lang="de-DE" sz="2800" dirty="0">
                <a:latin typeface="Montserrat"/>
                <a:cs typeface="Arial"/>
              </a:rPr>
            </a:br>
            <a:r>
              <a:rPr lang="de-DE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cs typeface="Arial"/>
              </a:rPr>
              <a:t>Jeffrey Wermann (jeffrey.wermann@hs-emden-leer.de)</a:t>
            </a:r>
          </a:p>
        </p:txBody>
      </p:sp>
      <p:pic>
        <p:nvPicPr>
          <p:cNvPr id="6" name="Grafik 5" descr="Ein Bild, das Text, Schrift, Design, Screenshot enthält.&#10;&#10;Automatisch generierte Beschreibung">
            <a:extLst>
              <a:ext uri="{FF2B5EF4-FFF2-40B4-BE49-F238E27FC236}">
                <a16:creationId xmlns:a16="http://schemas.microsoft.com/office/drawing/2014/main" id="{A92F0A1E-9815-A0F2-BE31-48866B09F9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2308" y="1278199"/>
            <a:ext cx="8230613" cy="2757014"/>
          </a:xfrm>
          <a:prstGeom prst="rect">
            <a:avLst/>
          </a:prstGeom>
        </p:spPr>
      </p:pic>
      <p:sp>
        <p:nvSpPr>
          <p:cNvPr id="55" name="Textfeld 2">
            <a:extLst>
              <a:ext uri="{FF2B5EF4-FFF2-40B4-BE49-F238E27FC236}">
                <a16:creationId xmlns:a16="http://schemas.microsoft.com/office/drawing/2014/main" id="{BBCF21E2-6279-D2DF-F5B8-C726D0C58A48}"/>
              </a:ext>
            </a:extLst>
          </p:cNvPr>
          <p:cNvSpPr txBox="1"/>
          <p:nvPr/>
        </p:nvSpPr>
        <p:spPr>
          <a:xfrm>
            <a:off x="1415401" y="7472164"/>
            <a:ext cx="12656426" cy="55092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de-DE" sz="4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Lorem</a:t>
            </a:r>
            <a:r>
              <a:rPr lang="de-DE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 </a:t>
            </a:r>
            <a:r>
              <a:rPr lang="de-DE" sz="4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ipsum</a:t>
            </a:r>
            <a:r>
              <a:rPr lang="de-DE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 </a:t>
            </a:r>
            <a:r>
              <a:rPr lang="de-DE" sz="4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dolor</a:t>
            </a:r>
            <a:r>
              <a:rPr lang="de-DE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 </a:t>
            </a:r>
            <a:r>
              <a:rPr lang="de-DE" sz="4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sit</a:t>
            </a:r>
            <a:r>
              <a:rPr lang="de-DE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 </a:t>
            </a:r>
            <a:r>
              <a:rPr lang="de-DE" sz="4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amet</a:t>
            </a:r>
            <a:r>
              <a:rPr lang="de-DE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, </a:t>
            </a:r>
            <a:r>
              <a:rPr lang="de-DE" sz="4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consetetur</a:t>
            </a:r>
            <a:r>
              <a:rPr lang="de-DE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 </a:t>
            </a:r>
            <a:r>
              <a:rPr lang="de-DE" sz="4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sadipscing</a:t>
            </a:r>
            <a:r>
              <a:rPr lang="de-DE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 </a:t>
            </a:r>
            <a:r>
              <a:rPr lang="de-DE" sz="4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elitr</a:t>
            </a:r>
            <a:r>
              <a:rPr lang="de-DE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, sed </a:t>
            </a:r>
            <a:r>
              <a:rPr lang="de-DE" sz="4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diam</a:t>
            </a:r>
            <a:r>
              <a:rPr lang="de-DE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 </a:t>
            </a:r>
            <a:r>
              <a:rPr lang="de-DE" sz="4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nonumy</a:t>
            </a:r>
            <a:r>
              <a:rPr lang="de-DE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 </a:t>
            </a:r>
            <a:r>
              <a:rPr lang="de-DE" sz="4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eirmod</a:t>
            </a:r>
            <a:r>
              <a:rPr lang="de-DE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 </a:t>
            </a:r>
            <a:r>
              <a:rPr lang="de-DE" sz="4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tempor</a:t>
            </a:r>
            <a:r>
              <a:rPr lang="de-DE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 </a:t>
            </a:r>
            <a:r>
              <a:rPr lang="de-DE" sz="4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invidunt</a:t>
            </a:r>
            <a:r>
              <a:rPr lang="de-DE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 </a:t>
            </a:r>
            <a:r>
              <a:rPr lang="de-DE" sz="4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ut</a:t>
            </a:r>
            <a:r>
              <a:rPr lang="de-DE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 </a:t>
            </a:r>
            <a:r>
              <a:rPr lang="de-DE" sz="44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labore</a:t>
            </a:r>
            <a:r>
              <a:rPr lang="de-DE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 et </a:t>
            </a:r>
            <a:r>
              <a:rPr lang="de-DE" sz="4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dolore</a:t>
            </a:r>
            <a:r>
              <a:rPr lang="de-DE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 magna </a:t>
            </a:r>
            <a:r>
              <a:rPr lang="de-DE" sz="4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aliquyam</a:t>
            </a:r>
            <a:r>
              <a:rPr lang="de-DE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 erat, sed </a:t>
            </a:r>
            <a:r>
              <a:rPr lang="de-DE" sz="4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diam</a:t>
            </a:r>
            <a:r>
              <a:rPr lang="de-DE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 </a:t>
            </a:r>
            <a:r>
              <a:rPr lang="de-DE" sz="4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voluptua</a:t>
            </a:r>
            <a:r>
              <a:rPr lang="de-DE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. At </a:t>
            </a:r>
            <a:r>
              <a:rPr lang="de-DE" sz="4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vero</a:t>
            </a:r>
            <a:r>
              <a:rPr lang="de-DE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 </a:t>
            </a:r>
            <a:r>
              <a:rPr lang="de-DE" sz="4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eos</a:t>
            </a:r>
            <a:r>
              <a:rPr lang="de-DE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 et </a:t>
            </a:r>
            <a:r>
              <a:rPr lang="de-DE" sz="4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accusam</a:t>
            </a:r>
            <a:r>
              <a:rPr lang="de-DE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 et </a:t>
            </a:r>
            <a:r>
              <a:rPr lang="de-DE" sz="4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justo</a:t>
            </a:r>
            <a:r>
              <a:rPr lang="de-DE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 </a:t>
            </a:r>
            <a:r>
              <a:rPr lang="de-DE" sz="4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duo</a:t>
            </a:r>
            <a:r>
              <a:rPr lang="de-DE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 </a:t>
            </a:r>
            <a:r>
              <a:rPr lang="de-DE" sz="4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dolores</a:t>
            </a:r>
            <a:r>
              <a:rPr lang="de-DE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 et </a:t>
            </a:r>
            <a:r>
              <a:rPr lang="de-DE" sz="4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ea</a:t>
            </a:r>
            <a:r>
              <a:rPr lang="de-DE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 </a:t>
            </a:r>
            <a:r>
              <a:rPr lang="de-DE" sz="4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rebum</a:t>
            </a:r>
            <a:r>
              <a:rPr lang="de-DE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. Stet </a:t>
            </a:r>
            <a:r>
              <a:rPr lang="de-DE" sz="4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clita</a:t>
            </a:r>
            <a:r>
              <a:rPr lang="de-DE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 </a:t>
            </a:r>
            <a:r>
              <a:rPr lang="de-DE" sz="4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kasd</a:t>
            </a:r>
            <a:r>
              <a:rPr lang="de-DE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 </a:t>
            </a:r>
            <a:r>
              <a:rPr lang="de-DE" sz="4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gubergren</a:t>
            </a:r>
            <a:r>
              <a:rPr lang="de-DE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, </a:t>
            </a:r>
            <a:r>
              <a:rPr lang="de-DE" sz="4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no</a:t>
            </a:r>
            <a:r>
              <a:rPr lang="de-DE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 </a:t>
            </a:r>
            <a:r>
              <a:rPr lang="de-DE" sz="4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sea</a:t>
            </a:r>
            <a:r>
              <a:rPr lang="de-DE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 </a:t>
            </a:r>
            <a:r>
              <a:rPr lang="de-DE" sz="4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takimata</a:t>
            </a:r>
            <a:r>
              <a:rPr lang="de-DE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 sanctus </a:t>
            </a:r>
            <a:r>
              <a:rPr lang="de-DE" sz="4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est</a:t>
            </a:r>
            <a:r>
              <a:rPr lang="de-DE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 </a:t>
            </a:r>
            <a:r>
              <a:rPr lang="de-DE" sz="44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Lorem</a:t>
            </a:r>
            <a:r>
              <a:rPr lang="de-DE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 </a:t>
            </a:r>
            <a:r>
              <a:rPr lang="de-DE" sz="4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ipsum</a:t>
            </a:r>
            <a:r>
              <a:rPr lang="de-DE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 </a:t>
            </a:r>
            <a:r>
              <a:rPr lang="de-DE" sz="4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dolor</a:t>
            </a:r>
            <a:r>
              <a:rPr lang="de-DE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 </a:t>
            </a:r>
            <a:r>
              <a:rPr lang="de-DE" sz="4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sit</a:t>
            </a:r>
            <a:r>
              <a:rPr lang="de-DE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 </a:t>
            </a:r>
            <a:r>
              <a:rPr lang="de-DE" sz="4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amet</a:t>
            </a:r>
            <a:r>
              <a:rPr lang="de-DE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. </a:t>
            </a:r>
            <a:r>
              <a:rPr lang="de-DE" sz="4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Lorem</a:t>
            </a:r>
            <a:r>
              <a:rPr lang="de-DE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 </a:t>
            </a:r>
            <a:r>
              <a:rPr lang="de-DE" sz="4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ipsum</a:t>
            </a:r>
            <a:r>
              <a:rPr lang="de-DE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 </a:t>
            </a:r>
            <a:r>
              <a:rPr lang="de-DE" sz="4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dolor</a:t>
            </a:r>
            <a:r>
              <a:rPr lang="de-DE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 </a:t>
            </a:r>
            <a:r>
              <a:rPr lang="de-DE" sz="4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sit</a:t>
            </a:r>
            <a:r>
              <a:rPr lang="de-DE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 </a:t>
            </a:r>
            <a:r>
              <a:rPr lang="de-DE" sz="4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amet</a:t>
            </a:r>
            <a:r>
              <a:rPr lang="de-DE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, </a:t>
            </a:r>
            <a:endParaRPr lang="en-US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6" name="Textfeld 55">
            <a:extLst>
              <a:ext uri="{FF2B5EF4-FFF2-40B4-BE49-F238E27FC236}">
                <a16:creationId xmlns:a16="http://schemas.microsoft.com/office/drawing/2014/main" id="{BCF692C3-F6E0-2ADE-BCD1-61D279772F20}"/>
              </a:ext>
            </a:extLst>
          </p:cNvPr>
          <p:cNvSpPr txBox="1"/>
          <p:nvPr/>
        </p:nvSpPr>
        <p:spPr>
          <a:xfrm>
            <a:off x="1415401" y="6335645"/>
            <a:ext cx="6753685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sz="5400" dirty="0" err="1">
                <a:solidFill>
                  <a:srgbClr val="0068AF"/>
                </a:solidFill>
                <a:latin typeface="Montserrat Bold"/>
                <a:cs typeface="Arial"/>
              </a:rPr>
              <a:t>Heading</a:t>
            </a:r>
            <a:r>
              <a:rPr lang="de-DE" sz="5400" dirty="0">
                <a:solidFill>
                  <a:srgbClr val="0068AF"/>
                </a:solidFill>
                <a:latin typeface="Montserrat Bold"/>
                <a:cs typeface="Arial"/>
              </a:rPr>
              <a:t> 1</a:t>
            </a:r>
            <a:endParaRPr lang="de-DE" sz="5400" dirty="0">
              <a:solidFill>
                <a:srgbClr val="0068AF"/>
              </a:solidFill>
              <a:latin typeface="Montserrat Bold" panose="00000800000000000000" pitchFamily="2" charset="0"/>
              <a:cs typeface="Arial" panose="020B0604020202020204" pitchFamily="34" charset="0"/>
            </a:endParaRPr>
          </a:p>
        </p:txBody>
      </p:sp>
      <p:sp>
        <p:nvSpPr>
          <p:cNvPr id="57" name="Textfeld 2">
            <a:extLst>
              <a:ext uri="{FF2B5EF4-FFF2-40B4-BE49-F238E27FC236}">
                <a16:creationId xmlns:a16="http://schemas.microsoft.com/office/drawing/2014/main" id="{B35EE8D4-4366-E81B-6C75-33AE61C4992E}"/>
              </a:ext>
            </a:extLst>
          </p:cNvPr>
          <p:cNvSpPr txBox="1"/>
          <p:nvPr/>
        </p:nvSpPr>
        <p:spPr>
          <a:xfrm>
            <a:off x="16203386" y="20228498"/>
            <a:ext cx="12656426" cy="48320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de-DE" sz="4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Lorem</a:t>
            </a:r>
            <a:r>
              <a:rPr lang="de-DE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 </a:t>
            </a:r>
            <a:r>
              <a:rPr lang="de-DE" sz="4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ipsum</a:t>
            </a:r>
            <a:r>
              <a:rPr lang="de-DE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 </a:t>
            </a:r>
            <a:r>
              <a:rPr lang="de-DE" sz="4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dolor</a:t>
            </a:r>
            <a:endParaRPr lang="de-DE" sz="4400" dirty="0">
              <a:solidFill>
                <a:schemeClr val="tx1">
                  <a:lumMod val="65000"/>
                  <a:lumOff val="35000"/>
                </a:schemeClr>
              </a:solidFill>
              <a:latin typeface="Montserrat"/>
              <a:ea typeface="+mn-lt"/>
              <a:cs typeface="Arial"/>
            </a:endParaRPr>
          </a:p>
          <a:p>
            <a:pPr algn="just"/>
            <a:r>
              <a:rPr lang="de-DE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 </a:t>
            </a:r>
          </a:p>
          <a:p>
            <a:pPr marL="1028700" lvl="1" indent="-571500" algn="just">
              <a:buFont typeface="Arial" panose="020B0604020202020204" pitchFamily="34" charset="0"/>
              <a:buChar char="•"/>
            </a:pPr>
            <a:r>
              <a:rPr lang="de-DE" sz="4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sit</a:t>
            </a:r>
            <a:r>
              <a:rPr lang="de-DE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 </a:t>
            </a:r>
            <a:r>
              <a:rPr lang="de-DE" sz="4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amet</a:t>
            </a:r>
            <a:r>
              <a:rPr lang="de-DE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, </a:t>
            </a:r>
            <a:r>
              <a:rPr lang="de-DE" sz="4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consetetur</a:t>
            </a:r>
            <a:r>
              <a:rPr lang="de-DE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 </a:t>
            </a:r>
          </a:p>
          <a:p>
            <a:pPr marL="1028700" lvl="1" indent="-571500" algn="just">
              <a:buFont typeface="Arial" panose="020B0604020202020204" pitchFamily="34" charset="0"/>
              <a:buChar char="•"/>
            </a:pPr>
            <a:r>
              <a:rPr lang="de-DE" sz="4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sadipscing</a:t>
            </a:r>
            <a:r>
              <a:rPr lang="de-DE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 </a:t>
            </a:r>
            <a:r>
              <a:rPr lang="de-DE" sz="4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elitr</a:t>
            </a:r>
            <a:r>
              <a:rPr lang="de-DE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, sed </a:t>
            </a:r>
          </a:p>
          <a:p>
            <a:pPr marL="1028700" lvl="1" indent="-571500" algn="just">
              <a:buFont typeface="Arial" panose="020B0604020202020204" pitchFamily="34" charset="0"/>
              <a:buChar char="•"/>
            </a:pPr>
            <a:r>
              <a:rPr lang="de-DE" sz="4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diam</a:t>
            </a:r>
            <a:r>
              <a:rPr lang="de-DE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 </a:t>
            </a:r>
            <a:r>
              <a:rPr lang="de-DE" sz="4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nonumy</a:t>
            </a:r>
            <a:r>
              <a:rPr lang="de-DE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 </a:t>
            </a:r>
          </a:p>
          <a:p>
            <a:pPr marL="1028700" lvl="1" indent="-571500" algn="just">
              <a:buFont typeface="Arial" panose="020B0604020202020204" pitchFamily="34" charset="0"/>
              <a:buChar char="•"/>
            </a:pPr>
            <a:r>
              <a:rPr lang="de-DE" sz="4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eirmod</a:t>
            </a:r>
            <a:r>
              <a:rPr lang="de-DE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 </a:t>
            </a:r>
            <a:r>
              <a:rPr lang="de-DE" sz="4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tempor</a:t>
            </a:r>
            <a:r>
              <a:rPr lang="de-DE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 </a:t>
            </a:r>
            <a:r>
              <a:rPr lang="de-DE" sz="4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invidunt</a:t>
            </a:r>
            <a:r>
              <a:rPr lang="de-DE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 </a:t>
            </a:r>
          </a:p>
          <a:p>
            <a:pPr marL="1028700" lvl="1" indent="-571500" algn="just">
              <a:buFont typeface="Arial" panose="020B0604020202020204" pitchFamily="34" charset="0"/>
              <a:buChar char="•"/>
            </a:pPr>
            <a:r>
              <a:rPr lang="de-DE" sz="4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ut</a:t>
            </a:r>
            <a:r>
              <a:rPr lang="de-DE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 </a:t>
            </a:r>
            <a:r>
              <a:rPr lang="de-DE" sz="44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labore</a:t>
            </a:r>
            <a:endParaRPr lang="en-US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8" name="Textfeld 57">
            <a:extLst>
              <a:ext uri="{FF2B5EF4-FFF2-40B4-BE49-F238E27FC236}">
                <a16:creationId xmlns:a16="http://schemas.microsoft.com/office/drawing/2014/main" id="{B71E4DC9-BF63-CBD3-4D8A-38F23A4AD7E2}"/>
              </a:ext>
            </a:extLst>
          </p:cNvPr>
          <p:cNvSpPr txBox="1"/>
          <p:nvPr/>
        </p:nvSpPr>
        <p:spPr>
          <a:xfrm>
            <a:off x="16203386" y="19091979"/>
            <a:ext cx="6753685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sz="5400" dirty="0" err="1">
                <a:solidFill>
                  <a:srgbClr val="0068AF"/>
                </a:solidFill>
                <a:latin typeface="Montserrat Bold"/>
                <a:cs typeface="Arial"/>
              </a:rPr>
              <a:t>Heading</a:t>
            </a:r>
            <a:r>
              <a:rPr lang="de-DE" sz="5400" dirty="0">
                <a:solidFill>
                  <a:srgbClr val="0068AF"/>
                </a:solidFill>
                <a:latin typeface="Montserrat Bold"/>
                <a:cs typeface="Arial"/>
              </a:rPr>
              <a:t> 2</a:t>
            </a:r>
            <a:endParaRPr lang="de-DE" sz="5400" dirty="0">
              <a:solidFill>
                <a:srgbClr val="0068AF"/>
              </a:solidFill>
              <a:latin typeface="Montserrat Bold" panose="00000800000000000000" pitchFamily="2" charset="0"/>
              <a:cs typeface="Arial" panose="020B0604020202020204" pitchFamily="34" charset="0"/>
            </a:endParaRPr>
          </a:p>
        </p:txBody>
      </p:sp>
      <p:sp>
        <p:nvSpPr>
          <p:cNvPr id="59" name="Textfeld 2">
            <a:extLst>
              <a:ext uri="{FF2B5EF4-FFF2-40B4-BE49-F238E27FC236}">
                <a16:creationId xmlns:a16="http://schemas.microsoft.com/office/drawing/2014/main" id="{A83F729B-1673-C154-1465-56D6ED9439F4}"/>
              </a:ext>
            </a:extLst>
          </p:cNvPr>
          <p:cNvSpPr txBox="1"/>
          <p:nvPr/>
        </p:nvSpPr>
        <p:spPr>
          <a:xfrm>
            <a:off x="1415401" y="28357653"/>
            <a:ext cx="12656426" cy="55092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de-DE" sz="4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Lorem</a:t>
            </a:r>
            <a:r>
              <a:rPr lang="de-DE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 </a:t>
            </a:r>
            <a:r>
              <a:rPr lang="de-DE" sz="4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ipsum</a:t>
            </a:r>
            <a:r>
              <a:rPr lang="de-DE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 </a:t>
            </a:r>
            <a:r>
              <a:rPr lang="de-DE" sz="4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dolor</a:t>
            </a:r>
            <a:r>
              <a:rPr lang="de-DE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 </a:t>
            </a:r>
            <a:r>
              <a:rPr lang="de-DE" sz="4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sit</a:t>
            </a:r>
            <a:r>
              <a:rPr lang="de-DE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 </a:t>
            </a:r>
            <a:r>
              <a:rPr lang="de-DE" sz="4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amet</a:t>
            </a:r>
            <a:r>
              <a:rPr lang="de-DE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, </a:t>
            </a:r>
            <a:r>
              <a:rPr lang="de-DE" sz="4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consetetur</a:t>
            </a:r>
            <a:r>
              <a:rPr lang="de-DE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 </a:t>
            </a:r>
            <a:r>
              <a:rPr lang="de-DE" sz="4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sadipscing</a:t>
            </a:r>
            <a:r>
              <a:rPr lang="de-DE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 </a:t>
            </a:r>
            <a:r>
              <a:rPr lang="de-DE" sz="4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elitr</a:t>
            </a:r>
            <a:r>
              <a:rPr lang="de-DE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, sed </a:t>
            </a:r>
            <a:r>
              <a:rPr lang="de-DE" sz="4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diam</a:t>
            </a:r>
            <a:r>
              <a:rPr lang="de-DE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 </a:t>
            </a:r>
            <a:r>
              <a:rPr lang="de-DE" sz="4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nonumy</a:t>
            </a:r>
            <a:r>
              <a:rPr lang="de-DE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 </a:t>
            </a:r>
            <a:r>
              <a:rPr lang="de-DE" sz="4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eirmod</a:t>
            </a:r>
            <a:r>
              <a:rPr lang="de-DE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 </a:t>
            </a:r>
            <a:r>
              <a:rPr lang="de-DE" sz="4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tempor</a:t>
            </a:r>
            <a:r>
              <a:rPr lang="de-DE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 </a:t>
            </a:r>
            <a:r>
              <a:rPr lang="de-DE" sz="4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invidunt</a:t>
            </a:r>
            <a:r>
              <a:rPr lang="de-DE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 </a:t>
            </a:r>
            <a:r>
              <a:rPr lang="de-DE" sz="4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ut</a:t>
            </a:r>
            <a:r>
              <a:rPr lang="de-DE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 </a:t>
            </a:r>
            <a:r>
              <a:rPr lang="de-DE" sz="44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labore</a:t>
            </a:r>
            <a:r>
              <a:rPr lang="de-DE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 et </a:t>
            </a:r>
            <a:r>
              <a:rPr lang="de-DE" sz="4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dolore</a:t>
            </a:r>
            <a:r>
              <a:rPr lang="de-DE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 magna </a:t>
            </a:r>
            <a:r>
              <a:rPr lang="de-DE" sz="4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aliquyam</a:t>
            </a:r>
            <a:r>
              <a:rPr lang="de-DE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 erat, sed </a:t>
            </a:r>
            <a:r>
              <a:rPr lang="de-DE" sz="4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diam</a:t>
            </a:r>
            <a:r>
              <a:rPr lang="de-DE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 </a:t>
            </a:r>
            <a:r>
              <a:rPr lang="de-DE" sz="4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voluptua</a:t>
            </a:r>
            <a:r>
              <a:rPr lang="de-DE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. At </a:t>
            </a:r>
            <a:r>
              <a:rPr lang="de-DE" sz="4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vero</a:t>
            </a:r>
            <a:r>
              <a:rPr lang="de-DE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 </a:t>
            </a:r>
            <a:r>
              <a:rPr lang="de-DE" sz="4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eos</a:t>
            </a:r>
            <a:r>
              <a:rPr lang="de-DE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 et </a:t>
            </a:r>
            <a:r>
              <a:rPr lang="de-DE" sz="4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accusam</a:t>
            </a:r>
            <a:r>
              <a:rPr lang="de-DE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 et </a:t>
            </a:r>
            <a:r>
              <a:rPr lang="de-DE" sz="4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justo</a:t>
            </a:r>
            <a:r>
              <a:rPr lang="de-DE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 </a:t>
            </a:r>
            <a:r>
              <a:rPr lang="de-DE" sz="4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duo</a:t>
            </a:r>
            <a:r>
              <a:rPr lang="de-DE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 </a:t>
            </a:r>
            <a:r>
              <a:rPr lang="de-DE" sz="4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dolores</a:t>
            </a:r>
            <a:r>
              <a:rPr lang="de-DE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 et </a:t>
            </a:r>
            <a:r>
              <a:rPr lang="de-DE" sz="4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ea</a:t>
            </a:r>
            <a:r>
              <a:rPr lang="de-DE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 </a:t>
            </a:r>
            <a:r>
              <a:rPr lang="de-DE" sz="4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rebum</a:t>
            </a:r>
            <a:r>
              <a:rPr lang="de-DE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. Stet </a:t>
            </a:r>
            <a:r>
              <a:rPr lang="de-DE" sz="4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clita</a:t>
            </a:r>
            <a:r>
              <a:rPr lang="de-DE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 </a:t>
            </a:r>
            <a:r>
              <a:rPr lang="de-DE" sz="4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kasd</a:t>
            </a:r>
            <a:r>
              <a:rPr lang="de-DE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 </a:t>
            </a:r>
            <a:r>
              <a:rPr lang="de-DE" sz="4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gubergren</a:t>
            </a:r>
            <a:r>
              <a:rPr lang="de-DE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, </a:t>
            </a:r>
            <a:r>
              <a:rPr lang="de-DE" sz="4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no</a:t>
            </a:r>
            <a:r>
              <a:rPr lang="de-DE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 </a:t>
            </a:r>
            <a:r>
              <a:rPr lang="de-DE" sz="4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sea</a:t>
            </a:r>
            <a:r>
              <a:rPr lang="de-DE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 </a:t>
            </a:r>
            <a:r>
              <a:rPr lang="de-DE" sz="4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takimata</a:t>
            </a:r>
            <a:r>
              <a:rPr lang="de-DE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 sanctus </a:t>
            </a:r>
            <a:r>
              <a:rPr lang="de-DE" sz="4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est</a:t>
            </a:r>
            <a:r>
              <a:rPr lang="de-DE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 </a:t>
            </a:r>
            <a:r>
              <a:rPr lang="de-DE" sz="44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Lorem</a:t>
            </a:r>
            <a:r>
              <a:rPr lang="de-DE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 </a:t>
            </a:r>
            <a:r>
              <a:rPr lang="de-DE" sz="4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ipsum</a:t>
            </a:r>
            <a:r>
              <a:rPr lang="de-DE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 </a:t>
            </a:r>
            <a:r>
              <a:rPr lang="de-DE" sz="4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dolor</a:t>
            </a:r>
            <a:r>
              <a:rPr lang="de-DE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 </a:t>
            </a:r>
            <a:r>
              <a:rPr lang="de-DE" sz="4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sit</a:t>
            </a:r>
            <a:r>
              <a:rPr lang="de-DE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 </a:t>
            </a:r>
            <a:r>
              <a:rPr lang="de-DE" sz="4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amet</a:t>
            </a:r>
            <a:r>
              <a:rPr lang="de-DE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. </a:t>
            </a:r>
            <a:r>
              <a:rPr lang="de-DE" sz="4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Lorem</a:t>
            </a:r>
            <a:r>
              <a:rPr lang="de-DE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 </a:t>
            </a:r>
            <a:r>
              <a:rPr lang="de-DE" sz="4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ipsum</a:t>
            </a:r>
            <a:r>
              <a:rPr lang="de-DE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 </a:t>
            </a:r>
            <a:r>
              <a:rPr lang="de-DE" sz="4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dolor</a:t>
            </a:r>
            <a:r>
              <a:rPr lang="de-DE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 </a:t>
            </a:r>
            <a:r>
              <a:rPr lang="de-DE" sz="4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sit</a:t>
            </a:r>
            <a:r>
              <a:rPr lang="de-DE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 </a:t>
            </a:r>
            <a:r>
              <a:rPr lang="de-DE" sz="4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amet</a:t>
            </a:r>
            <a:r>
              <a:rPr lang="de-DE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/>
                <a:ea typeface="+mn-lt"/>
                <a:cs typeface="Arial"/>
              </a:rPr>
              <a:t>, </a:t>
            </a:r>
            <a:endParaRPr lang="en-US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0" name="Textfeld 59">
            <a:extLst>
              <a:ext uri="{FF2B5EF4-FFF2-40B4-BE49-F238E27FC236}">
                <a16:creationId xmlns:a16="http://schemas.microsoft.com/office/drawing/2014/main" id="{26672541-2DC8-950B-1405-D443AF88DABE}"/>
              </a:ext>
            </a:extLst>
          </p:cNvPr>
          <p:cNvSpPr txBox="1"/>
          <p:nvPr/>
        </p:nvSpPr>
        <p:spPr>
          <a:xfrm>
            <a:off x="1415401" y="27221134"/>
            <a:ext cx="6753685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sz="5400" dirty="0" err="1">
                <a:solidFill>
                  <a:srgbClr val="0068AF"/>
                </a:solidFill>
                <a:latin typeface="Montserrat Bold"/>
                <a:cs typeface="Arial"/>
              </a:rPr>
              <a:t>Heading</a:t>
            </a:r>
            <a:r>
              <a:rPr lang="de-DE" sz="5400" dirty="0">
                <a:solidFill>
                  <a:srgbClr val="0068AF"/>
                </a:solidFill>
                <a:latin typeface="Montserrat Bold"/>
                <a:cs typeface="Arial"/>
              </a:rPr>
              <a:t> 3</a:t>
            </a:r>
            <a:endParaRPr lang="de-DE" sz="5400" dirty="0">
              <a:solidFill>
                <a:srgbClr val="0068AF"/>
              </a:solidFill>
              <a:latin typeface="Montserrat Bold" panose="00000800000000000000" pitchFamily="2" charset="0"/>
              <a:cs typeface="Arial" panose="020B0604020202020204" pitchFamily="34" charset="0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DA59DC54-BCB6-B0FE-12F0-A0527CD25B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69" r="19416" b="13811"/>
          <a:stretch/>
        </p:blipFill>
        <p:spPr>
          <a:xfrm>
            <a:off x="1415401" y="14019259"/>
            <a:ext cx="12531304" cy="10145439"/>
          </a:xfrm>
          <a:prstGeom prst="rect">
            <a:avLst/>
          </a:prstGeom>
        </p:spPr>
      </p:pic>
      <p:sp>
        <p:nvSpPr>
          <p:cNvPr id="5" name="Textfeld 2">
            <a:extLst>
              <a:ext uri="{FF2B5EF4-FFF2-40B4-BE49-F238E27FC236}">
                <a16:creationId xmlns:a16="http://schemas.microsoft.com/office/drawing/2014/main" id="{0FE2F85B-68CB-43B6-2F9B-A016DBE5CA57}"/>
              </a:ext>
            </a:extLst>
          </p:cNvPr>
          <p:cNvSpPr txBox="1"/>
          <p:nvPr/>
        </p:nvSpPr>
        <p:spPr>
          <a:xfrm>
            <a:off x="4318495" y="24841402"/>
            <a:ext cx="6725116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de-DE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 Bold" panose="00000800000000000000" pitchFamily="2" charset="0"/>
                <a:ea typeface="+mn-lt"/>
                <a:cs typeface="Arial"/>
              </a:rPr>
              <a:t>Caption </a:t>
            </a:r>
            <a:r>
              <a:rPr lang="de-DE" sz="3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 Bold" panose="00000800000000000000" pitchFamily="2" charset="0"/>
                <a:ea typeface="+mn-lt"/>
                <a:cs typeface="Arial"/>
              </a:rPr>
              <a:t>for</a:t>
            </a:r>
            <a:r>
              <a:rPr lang="de-DE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 Bold" panose="00000800000000000000" pitchFamily="2" charset="0"/>
                <a:ea typeface="+mn-lt"/>
                <a:cs typeface="Arial"/>
              </a:rPr>
              <a:t> </a:t>
            </a:r>
            <a:r>
              <a:rPr lang="de-DE" sz="3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 Bold" panose="00000800000000000000" pitchFamily="2" charset="0"/>
                <a:ea typeface="+mn-lt"/>
                <a:cs typeface="Arial"/>
              </a:rPr>
              <a:t>this</a:t>
            </a:r>
            <a:r>
              <a:rPr lang="de-DE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 Bold" panose="00000800000000000000" pitchFamily="2" charset="0"/>
                <a:ea typeface="+mn-lt"/>
                <a:cs typeface="Arial"/>
              </a:rPr>
              <a:t> </a:t>
            </a:r>
            <a:r>
              <a:rPr lang="de-DE" sz="3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 Bold" panose="00000800000000000000" pitchFamily="2" charset="0"/>
                <a:ea typeface="+mn-lt"/>
                <a:cs typeface="Arial"/>
              </a:rPr>
              <a:t>figure</a:t>
            </a: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Montserrat Bold" panose="00000800000000000000" pitchFamily="2" charset="0"/>
            </a:endParaRPr>
          </a:p>
        </p:txBody>
      </p:sp>
      <p:sp>
        <p:nvSpPr>
          <p:cNvPr id="7" name="Textfeld 2">
            <a:extLst>
              <a:ext uri="{FF2B5EF4-FFF2-40B4-BE49-F238E27FC236}">
                <a16:creationId xmlns:a16="http://schemas.microsoft.com/office/drawing/2014/main" id="{6F01848C-5E9A-B142-A0E0-3F17A9ACF714}"/>
              </a:ext>
            </a:extLst>
          </p:cNvPr>
          <p:cNvSpPr txBox="1"/>
          <p:nvPr/>
        </p:nvSpPr>
        <p:spPr>
          <a:xfrm>
            <a:off x="19169041" y="35178453"/>
            <a:ext cx="6725116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de-DE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 Bold" panose="00000800000000000000" pitchFamily="2" charset="0"/>
                <a:ea typeface="+mn-lt"/>
                <a:cs typeface="Arial"/>
              </a:rPr>
              <a:t>Caption </a:t>
            </a:r>
            <a:r>
              <a:rPr lang="de-DE" sz="3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 Bold" panose="00000800000000000000" pitchFamily="2" charset="0"/>
                <a:ea typeface="+mn-lt"/>
                <a:cs typeface="Arial"/>
              </a:rPr>
              <a:t>for</a:t>
            </a:r>
            <a:r>
              <a:rPr lang="de-DE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 Bold" panose="00000800000000000000" pitchFamily="2" charset="0"/>
                <a:ea typeface="+mn-lt"/>
                <a:cs typeface="Arial"/>
              </a:rPr>
              <a:t> </a:t>
            </a:r>
            <a:r>
              <a:rPr lang="de-DE" sz="3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 Bold" panose="00000800000000000000" pitchFamily="2" charset="0"/>
                <a:ea typeface="+mn-lt"/>
                <a:cs typeface="Arial"/>
              </a:rPr>
              <a:t>this</a:t>
            </a:r>
            <a:r>
              <a:rPr lang="de-DE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 Bold" panose="00000800000000000000" pitchFamily="2" charset="0"/>
                <a:ea typeface="+mn-lt"/>
                <a:cs typeface="Arial"/>
              </a:rPr>
              <a:t> </a:t>
            </a:r>
            <a:r>
              <a:rPr lang="de-DE" sz="3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 Bold" panose="00000800000000000000" pitchFamily="2" charset="0"/>
                <a:ea typeface="+mn-lt"/>
                <a:cs typeface="Arial"/>
              </a:rPr>
              <a:t>figure</a:t>
            </a: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Montserrat Bold" panose="00000800000000000000" pitchFamily="2" charset="0"/>
            </a:endParaRP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09F72AD4-764F-5ADD-A982-EAE5130D03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03386" y="7567187"/>
            <a:ext cx="12656426" cy="842227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0" name="Textfeld 2">
            <a:extLst>
              <a:ext uri="{FF2B5EF4-FFF2-40B4-BE49-F238E27FC236}">
                <a16:creationId xmlns:a16="http://schemas.microsoft.com/office/drawing/2014/main" id="{DA504B16-1DB7-A83C-E076-4C512BE94DF7}"/>
              </a:ext>
            </a:extLst>
          </p:cNvPr>
          <p:cNvSpPr txBox="1"/>
          <p:nvPr/>
        </p:nvSpPr>
        <p:spPr>
          <a:xfrm>
            <a:off x="19594513" y="16357508"/>
            <a:ext cx="6725116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de-DE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 Bold" panose="00000800000000000000" pitchFamily="2" charset="0"/>
                <a:ea typeface="+mn-lt"/>
                <a:cs typeface="Arial"/>
              </a:rPr>
              <a:t>Caption </a:t>
            </a:r>
            <a:r>
              <a:rPr lang="de-DE" sz="3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 Bold" panose="00000800000000000000" pitchFamily="2" charset="0"/>
                <a:ea typeface="+mn-lt"/>
                <a:cs typeface="Arial"/>
              </a:rPr>
              <a:t>for</a:t>
            </a:r>
            <a:r>
              <a:rPr lang="de-DE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 Bold" panose="00000800000000000000" pitchFamily="2" charset="0"/>
                <a:ea typeface="+mn-lt"/>
                <a:cs typeface="Arial"/>
              </a:rPr>
              <a:t> </a:t>
            </a:r>
            <a:r>
              <a:rPr lang="de-DE" sz="3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 Bold" panose="00000800000000000000" pitchFamily="2" charset="0"/>
                <a:ea typeface="+mn-lt"/>
                <a:cs typeface="Arial"/>
              </a:rPr>
              <a:t>this</a:t>
            </a:r>
            <a:r>
              <a:rPr lang="de-DE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 Bold" panose="00000800000000000000" pitchFamily="2" charset="0"/>
                <a:ea typeface="+mn-lt"/>
                <a:cs typeface="Arial"/>
              </a:rPr>
              <a:t> </a:t>
            </a:r>
            <a:r>
              <a:rPr lang="de-DE" sz="3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 Bold" panose="00000800000000000000" pitchFamily="2" charset="0"/>
                <a:ea typeface="+mn-lt"/>
                <a:cs typeface="Arial"/>
              </a:rPr>
              <a:t>figure</a:t>
            </a: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Montserrat Bold" panose="00000800000000000000" pitchFamily="2" charset="0"/>
            </a:endParaRP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C1868073-381E-7D5D-D0F8-6538688ABDF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512" b="28169"/>
          <a:stretch/>
        </p:blipFill>
        <p:spPr>
          <a:xfrm>
            <a:off x="1415401" y="38686446"/>
            <a:ext cx="7244609" cy="1709081"/>
          </a:xfrm>
          <a:prstGeom prst="rect">
            <a:avLst/>
          </a:prstGeom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3C0F960A-A2FB-2B8B-0CDA-AA39957789C3}"/>
              </a:ext>
            </a:extLst>
          </p:cNvPr>
          <p:cNvSpPr txBox="1"/>
          <p:nvPr/>
        </p:nvSpPr>
        <p:spPr>
          <a:xfrm>
            <a:off x="1262308" y="40517690"/>
            <a:ext cx="11462399" cy="14465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4400" b="1" dirty="0">
                <a:solidFill>
                  <a:srgbClr val="3D7B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8th IEEE International Conference on </a:t>
            </a:r>
          </a:p>
          <a:p>
            <a:r>
              <a:rPr lang="en-US" sz="4400" b="1" dirty="0">
                <a:solidFill>
                  <a:srgbClr val="3D7B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Industrial Cyber-Physical Systems (ICPS)</a:t>
            </a:r>
            <a:r>
              <a:rPr lang="de-DE" sz="4400" b="1" dirty="0">
                <a:solidFill>
                  <a:srgbClr val="3D7B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19" name="Grafik 18">
            <a:extLst>
              <a:ext uri="{FF2B5EF4-FFF2-40B4-BE49-F238E27FC236}">
                <a16:creationId xmlns:a16="http://schemas.microsoft.com/office/drawing/2014/main" id="{DA09C2A3-A285-9DDD-988D-A8C16EC8C6E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03386" y="26552922"/>
            <a:ext cx="12656426" cy="841693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7737721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50B9E26E8598424A87C6369D45C952FD" ma:contentTypeVersion="10" ma:contentTypeDescription="Ein neues Dokument erstellen." ma:contentTypeScope="" ma:versionID="28271b500ed64d24891aed59353d4cfb">
  <xsd:schema xmlns:xsd="http://www.w3.org/2001/XMLSchema" xmlns:xs="http://www.w3.org/2001/XMLSchema" xmlns:p="http://schemas.microsoft.com/office/2006/metadata/properties" xmlns:ns3="efd2f42e-e367-4d3f-aad3-6b7f2e669928" xmlns:ns4="e4a81c20-2e1f-4a46-87b0-d52685a74234" targetNamespace="http://schemas.microsoft.com/office/2006/metadata/properties" ma:root="true" ma:fieldsID="6922b218721bc00d5b1f1859c0015b8f" ns3:_="" ns4:_="">
    <xsd:import namespace="efd2f42e-e367-4d3f-aad3-6b7f2e669928"/>
    <xsd:import namespace="e4a81c20-2e1f-4a46-87b0-d52685a74234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KeyPoints" minOccurs="0"/>
                <xsd:element ref="ns4:MediaServiceKeyPoints" minOccurs="0"/>
                <xsd:element ref="ns4:_activity" minOccurs="0"/>
                <xsd:element ref="ns4:MediaServiceObjectDetectorVersions" minOccurs="0"/>
                <xsd:element ref="ns4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fd2f42e-e367-4d3f-aad3-6b7f2e66992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Freigegeben für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Freigegeben für -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Freigabehinweishash" ma:description="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a81c20-2e1f-4a46-87b0-d52685a7423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4a81c20-2e1f-4a46-87b0-d52685a74234" xsi:nil="true"/>
  </documentManagement>
</p:properties>
</file>

<file path=customXml/itemProps1.xml><?xml version="1.0" encoding="utf-8"?>
<ds:datastoreItem xmlns:ds="http://schemas.openxmlformats.org/officeDocument/2006/customXml" ds:itemID="{04EFD55E-CCA6-48C6-BEF0-C241214C8DF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EB6E3D3-44DE-4983-BCFC-5C58ECC604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fd2f42e-e367-4d3f-aad3-6b7f2e669928"/>
    <ds:schemaRef ds:uri="e4a81c20-2e1f-4a46-87b0-d52685a7423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8389E9A-32DE-427D-B6FC-D20E8200711D}">
  <ds:schemaRefs>
    <ds:schemaRef ds:uri="http://schemas.microsoft.com/office/2006/metadata/properties"/>
    <ds:schemaRef ds:uri="efd2f42e-e367-4d3f-aad3-6b7f2e669928"/>
    <ds:schemaRef ds:uri="e4a81c20-2e1f-4a46-87b0-d52685a74234"/>
    <ds:schemaRef ds:uri="http://schemas.microsoft.com/office/infopath/2007/PartnerControls"/>
    <ds:schemaRef ds:uri="http://schemas.microsoft.com/office/2006/documentManagement/types"/>
    <ds:schemaRef ds:uri="http://purl.org/dc/terms/"/>
    <ds:schemaRef ds:uri="http://www.w3.org/XML/1998/namespace"/>
    <ds:schemaRef ds:uri="http://schemas.openxmlformats.org/package/2006/metadata/core-properties"/>
    <ds:schemaRef ds:uri="http://purl.org/dc/dcmitype/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239</Words>
  <Application>Microsoft Office PowerPoint</Application>
  <PresentationFormat>Benutzerdefiniert</PresentationFormat>
  <Paragraphs>24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Montserrat</vt:lpstr>
      <vt:lpstr>Montserrat Bold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Jeffrey Wermann</dc:creator>
  <cp:lastModifiedBy>Jeffrey Wermann</cp:lastModifiedBy>
  <cp:revision>3</cp:revision>
  <cp:lastPrinted>2024-01-23T12:12:45Z</cp:lastPrinted>
  <dcterms:created xsi:type="dcterms:W3CDTF">2024-01-12T09:17:45Z</dcterms:created>
  <dcterms:modified xsi:type="dcterms:W3CDTF">2025-04-25T09:22:04Z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0x01010050B9E26E8598424A87C6369D45C952FD</vt:lpwstr>
  </property>
</Properties>
</file>